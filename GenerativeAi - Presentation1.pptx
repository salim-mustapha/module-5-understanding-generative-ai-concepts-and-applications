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" y="23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pha Abdul" userId="4acf5e375522773b" providerId="LiveId" clId="{2D549661-5110-451C-AD67-424386E5243E}"/>
    <pc:docChg chg="custSel addSld modSld">
      <pc:chgData name="Mustapha Abdul" userId="4acf5e375522773b" providerId="LiveId" clId="{2D549661-5110-451C-AD67-424386E5243E}" dt="2026-09-03T10:30:04.746" v="55" actId="20577"/>
      <pc:docMkLst>
        <pc:docMk/>
      </pc:docMkLst>
      <pc:sldChg chg="modSp mod">
        <pc:chgData name="Mustapha Abdul" userId="4acf5e375522773b" providerId="LiveId" clId="{2D549661-5110-451C-AD67-424386E5243E}" dt="2026-09-03T10:30:04.746" v="55" actId="20577"/>
        <pc:sldMkLst>
          <pc:docMk/>
          <pc:sldMk cId="2951760131" sldId="256"/>
        </pc:sldMkLst>
        <pc:spChg chg="mod">
          <ac:chgData name="Mustapha Abdul" userId="4acf5e375522773b" providerId="LiveId" clId="{2D549661-5110-451C-AD67-424386E5243E}" dt="2026-09-03T10:30:04.746" v="55" actId="20577"/>
          <ac:spMkLst>
            <pc:docMk/>
            <pc:sldMk cId="2951760131" sldId="256"/>
            <ac:spMk id="2" creationId="{42367154-FEEC-87D3-B571-EBD5BEF80377}"/>
          </ac:spMkLst>
        </pc:spChg>
        <pc:spChg chg="mod">
          <ac:chgData name="Mustapha Abdul" userId="4acf5e375522773b" providerId="LiveId" clId="{2D549661-5110-451C-AD67-424386E5243E}" dt="2026-09-03T10:29:54.015" v="53" actId="20577"/>
          <ac:spMkLst>
            <pc:docMk/>
            <pc:sldMk cId="2951760131" sldId="256"/>
            <ac:spMk id="3" creationId="{22DF8470-5AAC-47BF-9D39-D2E67342B3FA}"/>
          </ac:spMkLst>
        </pc:spChg>
      </pc:sldChg>
      <pc:sldChg chg="modSp mod">
        <pc:chgData name="Mustapha Abdul" userId="4acf5e375522773b" providerId="LiveId" clId="{2D549661-5110-451C-AD67-424386E5243E}" dt="2026-09-03T10:16:23.699" v="9" actId="5793"/>
        <pc:sldMkLst>
          <pc:docMk/>
          <pc:sldMk cId="3525707697" sldId="257"/>
        </pc:sldMkLst>
        <pc:spChg chg="mod">
          <ac:chgData name="Mustapha Abdul" userId="4acf5e375522773b" providerId="LiveId" clId="{2D549661-5110-451C-AD67-424386E5243E}" dt="2026-09-03T10:16:23.699" v="9" actId="5793"/>
          <ac:spMkLst>
            <pc:docMk/>
            <pc:sldMk cId="3525707697" sldId="257"/>
            <ac:spMk id="3" creationId="{05DE4750-6B6A-3C0A-FA81-D15209EEB620}"/>
          </ac:spMkLst>
        </pc:spChg>
      </pc:sldChg>
      <pc:sldChg chg="modSp mod">
        <pc:chgData name="Mustapha Abdul" userId="4acf5e375522773b" providerId="LiveId" clId="{2D549661-5110-451C-AD67-424386E5243E}" dt="2026-09-03T10:17:46.850" v="17" actId="255"/>
        <pc:sldMkLst>
          <pc:docMk/>
          <pc:sldMk cId="2199336395" sldId="258"/>
        </pc:sldMkLst>
        <pc:spChg chg="mod">
          <ac:chgData name="Mustapha Abdul" userId="4acf5e375522773b" providerId="LiveId" clId="{2D549661-5110-451C-AD67-424386E5243E}" dt="2026-09-03T10:16:52.061" v="12"/>
          <ac:spMkLst>
            <pc:docMk/>
            <pc:sldMk cId="2199336395" sldId="258"/>
            <ac:spMk id="2" creationId="{24800317-44A6-6F23-C0B6-5106340AEEA4}"/>
          </ac:spMkLst>
        </pc:spChg>
        <pc:spChg chg="mod">
          <ac:chgData name="Mustapha Abdul" userId="4acf5e375522773b" providerId="LiveId" clId="{2D549661-5110-451C-AD67-424386E5243E}" dt="2026-09-03T10:17:46.850" v="17" actId="255"/>
          <ac:spMkLst>
            <pc:docMk/>
            <pc:sldMk cId="2199336395" sldId="258"/>
            <ac:spMk id="3" creationId="{44B3310D-7D22-9636-ECF4-F861FECAA9F3}"/>
          </ac:spMkLst>
        </pc:spChg>
      </pc:sldChg>
      <pc:sldChg chg="modSp new mod">
        <pc:chgData name="Mustapha Abdul" userId="4acf5e375522773b" providerId="LiveId" clId="{2D549661-5110-451C-AD67-424386E5243E}" dt="2026-09-03T10:22:09.427" v="29" actId="20577"/>
        <pc:sldMkLst>
          <pc:docMk/>
          <pc:sldMk cId="210590696" sldId="259"/>
        </pc:sldMkLst>
        <pc:spChg chg="mod">
          <ac:chgData name="Mustapha Abdul" userId="4acf5e375522773b" providerId="LiveId" clId="{2D549661-5110-451C-AD67-424386E5243E}" dt="2026-09-03T10:19:36.771" v="24"/>
          <ac:spMkLst>
            <pc:docMk/>
            <pc:sldMk cId="210590696" sldId="259"/>
            <ac:spMk id="2" creationId="{F4F493C8-6312-4CBB-1DB7-DB2B2C14CCE5}"/>
          </ac:spMkLst>
        </pc:spChg>
        <pc:spChg chg="mod">
          <ac:chgData name="Mustapha Abdul" userId="4acf5e375522773b" providerId="LiveId" clId="{2D549661-5110-451C-AD67-424386E5243E}" dt="2026-09-03T10:22:09.427" v="29" actId="20577"/>
          <ac:spMkLst>
            <pc:docMk/>
            <pc:sldMk cId="210590696" sldId="259"/>
            <ac:spMk id="3" creationId="{F4E1630E-78AC-4513-F662-83D775211D1F}"/>
          </ac:spMkLst>
        </pc:spChg>
      </pc:sldChg>
      <pc:sldChg chg="modSp new mod">
        <pc:chgData name="Mustapha Abdul" userId="4acf5e375522773b" providerId="LiveId" clId="{2D549661-5110-451C-AD67-424386E5243E}" dt="2026-09-03T10:19:04.988" v="23" actId="12"/>
        <pc:sldMkLst>
          <pc:docMk/>
          <pc:sldMk cId="1965811932" sldId="260"/>
        </pc:sldMkLst>
        <pc:spChg chg="mod">
          <ac:chgData name="Mustapha Abdul" userId="4acf5e375522773b" providerId="LiveId" clId="{2D549661-5110-451C-AD67-424386E5243E}" dt="2026-09-03T10:18:23.884" v="18"/>
          <ac:spMkLst>
            <pc:docMk/>
            <pc:sldMk cId="1965811932" sldId="260"/>
            <ac:spMk id="2" creationId="{B56C69EF-4498-828C-0DD2-1EB4625A2363}"/>
          </ac:spMkLst>
        </pc:spChg>
        <pc:spChg chg="mod">
          <ac:chgData name="Mustapha Abdul" userId="4acf5e375522773b" providerId="LiveId" clId="{2D549661-5110-451C-AD67-424386E5243E}" dt="2026-09-03T10:19:04.988" v="23" actId="12"/>
          <ac:spMkLst>
            <pc:docMk/>
            <pc:sldMk cId="1965811932" sldId="260"/>
            <ac:spMk id="3" creationId="{4E42554A-8E1D-01D7-D65C-527DA878E848}"/>
          </ac:spMkLst>
        </pc:spChg>
      </pc:sldChg>
      <pc:sldChg chg="modSp new mod">
        <pc:chgData name="Mustapha Abdul" userId="4acf5e375522773b" providerId="LiveId" clId="{2D549661-5110-451C-AD67-424386E5243E}" dt="2026-09-03T10:25:40.676" v="37" actId="255"/>
        <pc:sldMkLst>
          <pc:docMk/>
          <pc:sldMk cId="368032383" sldId="261"/>
        </pc:sldMkLst>
        <pc:spChg chg="mod">
          <ac:chgData name="Mustapha Abdul" userId="4acf5e375522773b" providerId="LiveId" clId="{2D549661-5110-451C-AD67-424386E5243E}" dt="2026-09-03T10:24:38.305" v="30"/>
          <ac:spMkLst>
            <pc:docMk/>
            <pc:sldMk cId="368032383" sldId="261"/>
            <ac:spMk id="2" creationId="{C8BFAA9D-4201-5756-C38A-7194990ADCBA}"/>
          </ac:spMkLst>
        </pc:spChg>
        <pc:spChg chg="mod">
          <ac:chgData name="Mustapha Abdul" userId="4acf5e375522773b" providerId="LiveId" clId="{2D549661-5110-451C-AD67-424386E5243E}" dt="2026-09-03T10:25:40.676" v="37" actId="255"/>
          <ac:spMkLst>
            <pc:docMk/>
            <pc:sldMk cId="368032383" sldId="261"/>
            <ac:spMk id="3" creationId="{E93DD3B9-0073-CAF8-0503-086A1234F11A}"/>
          </ac:spMkLst>
        </pc:spChg>
      </pc:sldChg>
      <pc:sldChg chg="modSp new mod">
        <pc:chgData name="Mustapha Abdul" userId="4acf5e375522773b" providerId="LiveId" clId="{2D549661-5110-451C-AD67-424386E5243E}" dt="2026-09-03T10:26:54.668" v="43" actId="12"/>
        <pc:sldMkLst>
          <pc:docMk/>
          <pc:sldMk cId="3298774366" sldId="262"/>
        </pc:sldMkLst>
        <pc:spChg chg="mod">
          <ac:chgData name="Mustapha Abdul" userId="4acf5e375522773b" providerId="LiveId" clId="{2D549661-5110-451C-AD67-424386E5243E}" dt="2026-09-03T10:26:14.316" v="39"/>
          <ac:spMkLst>
            <pc:docMk/>
            <pc:sldMk cId="3298774366" sldId="262"/>
            <ac:spMk id="2" creationId="{EEB43F72-60BD-63C5-362E-94F88C29FFB1}"/>
          </ac:spMkLst>
        </pc:spChg>
        <pc:spChg chg="mod">
          <ac:chgData name="Mustapha Abdul" userId="4acf5e375522773b" providerId="LiveId" clId="{2D549661-5110-451C-AD67-424386E5243E}" dt="2026-09-03T10:26:54.668" v="43" actId="12"/>
          <ac:spMkLst>
            <pc:docMk/>
            <pc:sldMk cId="3298774366" sldId="262"/>
            <ac:spMk id="3" creationId="{45990D0D-9DB2-654E-BFD8-8EA91603FCE3}"/>
          </ac:spMkLst>
        </pc:spChg>
      </pc:sldChg>
      <pc:sldChg chg="modSp new mod">
        <pc:chgData name="Mustapha Abdul" userId="4acf5e375522773b" providerId="LiveId" clId="{2D549661-5110-451C-AD67-424386E5243E}" dt="2026-09-03T10:28:28.051" v="50" actId="12"/>
        <pc:sldMkLst>
          <pc:docMk/>
          <pc:sldMk cId="1963414645" sldId="263"/>
        </pc:sldMkLst>
        <pc:spChg chg="mod">
          <ac:chgData name="Mustapha Abdul" userId="4acf5e375522773b" providerId="LiveId" clId="{2D549661-5110-451C-AD67-424386E5243E}" dt="2026-09-03T10:27:22.331" v="45"/>
          <ac:spMkLst>
            <pc:docMk/>
            <pc:sldMk cId="1963414645" sldId="263"/>
            <ac:spMk id="2" creationId="{3BF2B213-F7EB-1DD9-A513-7B98FBBCDFAE}"/>
          </ac:spMkLst>
        </pc:spChg>
        <pc:spChg chg="mod">
          <ac:chgData name="Mustapha Abdul" userId="4acf5e375522773b" providerId="LiveId" clId="{2D549661-5110-451C-AD67-424386E5243E}" dt="2026-09-03T10:28:28.051" v="50" actId="12"/>
          <ac:spMkLst>
            <pc:docMk/>
            <pc:sldMk cId="1963414645" sldId="263"/>
            <ac:spMk id="3" creationId="{F390F02F-D75A-0A80-A787-C76F322BF7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7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47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1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1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96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3332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0221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70458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88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3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14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8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0" r:id="rId2"/>
    <p:sldLayoutId id="2147483789" r:id="rId3"/>
    <p:sldLayoutId id="2147483819" r:id="rId4"/>
    <p:sldLayoutId id="2147483731" r:id="rId5"/>
    <p:sldLayoutId id="2147483743" r:id="rId6"/>
    <p:sldLayoutId id="2147483788" r:id="rId7"/>
    <p:sldLayoutId id="2147483795" r:id="rId8"/>
    <p:sldLayoutId id="2147483797" r:id="rId9"/>
    <p:sldLayoutId id="2147483816" r:id="rId10"/>
    <p:sldLayoutId id="2147483814" r:id="rId11"/>
    <p:sldLayoutId id="2147483815" r:id="rId12"/>
    <p:sldLayoutId id="2147483813" r:id="rId13"/>
    <p:sldLayoutId id="2147483810" r:id="rId14"/>
    <p:sldLayoutId id="2147483809" r:id="rId15"/>
    <p:sldLayoutId id="2147483806" r:id="rId16"/>
    <p:sldLayoutId id="2147483802" r:id="rId17"/>
    <p:sldLayoutId id="2147483768" r:id="rId18"/>
    <p:sldLayoutId id="2147483769" r:id="rId19"/>
    <p:sldLayoutId id="2147483774" r:id="rId20"/>
    <p:sldLayoutId id="2147483775" r:id="rId21"/>
    <p:sldLayoutId id="2147483798" r:id="rId22"/>
    <p:sldLayoutId id="2147483799" r:id="rId23"/>
    <p:sldLayoutId id="2147483734" r:id="rId24"/>
    <p:sldLayoutId id="2147483782" r:id="rId25"/>
    <p:sldLayoutId id="2147483785" r:id="rId26"/>
    <p:sldLayoutId id="214748378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7154-FEEC-87D3-B571-EBD5BEF8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4000" cap="none" dirty="0"/>
              <a:t>Understanding Generative Ai</a:t>
            </a:r>
            <a:br>
              <a:rPr lang="en-US" sz="4000" cap="none" dirty="0"/>
            </a:br>
            <a:br>
              <a:rPr lang="en-US" sz="2800" cap="none" dirty="0"/>
            </a:br>
            <a:r>
              <a:rPr lang="en-US" sz="2800" cap="none" dirty="0"/>
              <a:t>Concepts and Applications </a:t>
            </a:r>
            <a:br>
              <a:rPr lang="en-US" sz="2800" cap="none" dirty="0"/>
            </a:br>
            <a:br>
              <a:rPr lang="en-US" sz="2800" cap="none" dirty="0"/>
            </a:br>
            <a:r>
              <a:rPr lang="en-US" sz="2800" cap="none" dirty="0"/>
              <a:t>by</a:t>
            </a:r>
            <a:br>
              <a:rPr lang="en-US" sz="2800" cap="none" dirty="0"/>
            </a:br>
            <a:br>
              <a:rPr lang="en-US" sz="2800" cap="none" dirty="0"/>
            </a:br>
            <a:r>
              <a:rPr lang="en-US" sz="2800" cap="none" dirty="0"/>
              <a:t>Salim Mustapha</a:t>
            </a:r>
            <a:endParaRPr lang="en-NG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F8470-5AAC-47BF-9D39-D2E67342B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95176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E812-4110-1713-A9FD-0FCF3DE6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E4750-6B6A-3C0A-FA81-D15209EEB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NG" b="1" dirty="0"/>
              <a:t>Generative AI </a:t>
            </a:r>
            <a:r>
              <a:rPr lang="en-NG" dirty="0"/>
              <a:t>is a type of Artificial Intelligence that creates new content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NG" dirty="0"/>
              <a:t>t learns patterns from large amounts of existing data.</a:t>
            </a:r>
            <a:endParaRPr lang="en-US" dirty="0"/>
          </a:p>
          <a:p>
            <a:pPr lvl="0"/>
            <a:r>
              <a:rPr lang="en-NG" dirty="0"/>
              <a:t>It can generate: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Text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Images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Audio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Video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Computer code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NG" dirty="0"/>
              <a:t>Unlike traditional AI, it focuses on creating rather than only classifying or predicting.</a:t>
            </a:r>
            <a:endParaRPr lang="en-US" dirty="0"/>
          </a:p>
          <a:p>
            <a:r>
              <a:rPr lang="en-NG" dirty="0"/>
              <a:t>Simple Example</a:t>
            </a:r>
            <a:r>
              <a:rPr lang="en-US" dirty="0"/>
              <a:t>:</a:t>
            </a:r>
            <a:endParaRPr lang="en-NG" dirty="0"/>
          </a:p>
          <a:p>
            <a:r>
              <a:rPr lang="en-NG" b="1" dirty="0"/>
              <a:t>Input:</a:t>
            </a:r>
            <a:r>
              <a:rPr lang="en-NG" dirty="0"/>
              <a:t> “Write a story about a robot.”</a:t>
            </a:r>
            <a:br>
              <a:rPr lang="en-NG" dirty="0"/>
            </a:br>
            <a:r>
              <a:rPr lang="en-NG" b="1" dirty="0"/>
              <a:t>Output:</a:t>
            </a:r>
            <a:r>
              <a:rPr lang="en-NG" dirty="0"/>
              <a:t> A newly generated story about a robot.</a:t>
            </a:r>
          </a:p>
          <a:p>
            <a:pPr lvl="0"/>
            <a:endParaRPr lang="en-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52570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0317-44A6-6F23-C0B6-5106340A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Key Concepts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3310D-7D22-9636-ECF4-F861FECAA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G" sz="1800" b="1" dirty="0"/>
              <a:t>Important Concepts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Machine Learning:</a:t>
            </a:r>
            <a:r>
              <a:rPr lang="en-NG" dirty="0"/>
              <a:t> Enables systems to learn patterns from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Deep Learning:</a:t>
            </a:r>
            <a:r>
              <a:rPr lang="en-NG" dirty="0"/>
              <a:t> Uses neural networks with multiple layers.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Neural Networks:</a:t>
            </a:r>
            <a:r>
              <a:rPr lang="en-NG" dirty="0"/>
              <a:t> Models inspired by the structure of the human brain.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Training Data:</a:t>
            </a:r>
            <a:r>
              <a:rPr lang="en-NG" dirty="0"/>
              <a:t> Examples used to train the AI model.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Prompt:</a:t>
            </a:r>
            <a:r>
              <a:rPr lang="en-NG" dirty="0"/>
              <a:t> Instruction or input given to the AI.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Model:</a:t>
            </a:r>
            <a:r>
              <a:rPr lang="en-NG" dirty="0"/>
              <a:t> A trained system capable of generating outputs.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Inference:</a:t>
            </a:r>
            <a:r>
              <a:rPr lang="en-NG" dirty="0"/>
              <a:t> The process of generating an output from a trained model. </a:t>
            </a:r>
          </a:p>
          <a:p>
            <a:endParaRPr lang="en-US" b="1" dirty="0"/>
          </a:p>
          <a:p>
            <a:r>
              <a:rPr lang="en-NG" b="1" dirty="0"/>
              <a:t>Basic Process</a:t>
            </a:r>
          </a:p>
          <a:p>
            <a:r>
              <a:rPr lang="en-NG" dirty="0"/>
              <a:t>Data → Training → AI Model → Prompt → Generated Content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9933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69EF-4498-828C-0DD2-1EB4625A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Generative AI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554A-8E1D-01D7-D65C-527DA878E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G" b="1" dirty="0"/>
              <a:t>Major Architectures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Generative Adversarial Networks (</a:t>
            </a:r>
            <a:r>
              <a:rPr lang="en-NG" b="1" dirty="0" err="1"/>
              <a:t>GANs</a:t>
            </a:r>
            <a:r>
              <a:rPr lang="en-NG" b="1" dirty="0"/>
              <a:t>)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Generator creates content. </a:t>
            </a:r>
          </a:p>
          <a:p>
            <a:pPr lvl="1"/>
            <a:r>
              <a:rPr lang="en-NG" dirty="0"/>
              <a:t>Discriminator evaluates the content. </a:t>
            </a:r>
          </a:p>
          <a:p>
            <a:pPr lvl="1"/>
            <a:r>
              <a:rPr lang="en-NG" dirty="0"/>
              <a:t>Commonly used for image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Variational Autoencoders (</a:t>
            </a:r>
            <a:r>
              <a:rPr lang="en-NG" b="1" dirty="0" err="1"/>
              <a:t>VAEs</a:t>
            </a:r>
            <a:r>
              <a:rPr lang="en-NG" b="1" dirty="0"/>
              <a:t>)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Learn compressed representations of data. </a:t>
            </a:r>
          </a:p>
          <a:p>
            <a:pPr lvl="1"/>
            <a:r>
              <a:rPr lang="en-NG" dirty="0"/>
              <a:t>Can generate new variations of existing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Transformer Architecture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Uses attention mechanisms to understand relationships between data. </a:t>
            </a:r>
          </a:p>
          <a:p>
            <a:pPr lvl="1"/>
            <a:r>
              <a:rPr lang="en-NG" dirty="0"/>
              <a:t>Widely used in modern language and multimodal AI.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Diffusion Models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Start with noise and gradually transform it into meaningful content. </a:t>
            </a:r>
          </a:p>
          <a:p>
            <a:pPr lvl="1"/>
            <a:r>
              <a:rPr lang="en-NG" dirty="0"/>
              <a:t>Widely used for image and video generation. 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96581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93C8-6312-4CBB-1DB7-DB2B2C14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Encoder-Decoder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1630E-78AC-4513-F662-83D775211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G" b="1" dirty="0"/>
              <a:t>What is Encoder-Decoder?</a:t>
            </a:r>
          </a:p>
          <a:p>
            <a:r>
              <a:rPr lang="en-NG" dirty="0"/>
              <a:t>The </a:t>
            </a:r>
            <a:r>
              <a:rPr lang="en-NG" b="1" dirty="0"/>
              <a:t>Encoder-Decoder architecture</a:t>
            </a:r>
            <a:r>
              <a:rPr lang="en-NG" dirty="0"/>
              <a:t> consists of two main components:</a:t>
            </a:r>
          </a:p>
          <a:p>
            <a:r>
              <a:rPr lang="en-NG" b="1" dirty="0"/>
              <a:t>1. Encoder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Receives the input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Processes and understands important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Converts the input into a </a:t>
            </a:r>
            <a:r>
              <a:rPr lang="en-NG" b="1" dirty="0"/>
              <a:t>representation</a:t>
            </a:r>
            <a:r>
              <a:rPr lang="en-NG" dirty="0"/>
              <a:t>. </a:t>
            </a:r>
          </a:p>
          <a:p>
            <a:r>
              <a:rPr lang="en-NG" b="1" dirty="0"/>
              <a:t>2. Decoder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Receives the encoded representation.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Uses it to generate the desired output.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Converts the representation into meaningful content. </a:t>
            </a:r>
          </a:p>
          <a:p>
            <a:endParaRPr lang="en-US" b="1" dirty="0"/>
          </a:p>
          <a:p>
            <a:r>
              <a:rPr lang="en-NG" b="1" dirty="0"/>
              <a:t>Basic Structure</a:t>
            </a:r>
          </a:p>
          <a:p>
            <a:r>
              <a:rPr lang="en-NG" b="1" dirty="0"/>
              <a:t>Input → Encoder → Representation → Decoder → Output</a:t>
            </a:r>
            <a:endParaRPr lang="en-NG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059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AA9D-4201-5756-C38A-7194990A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Applications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D3B9-0073-CAF8-0503-086A1234F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G" sz="1800" b="1" dirty="0"/>
              <a:t>Major Applications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Content Creation </a:t>
            </a:r>
          </a:p>
          <a:p>
            <a:pPr lvl="1"/>
            <a:r>
              <a:rPr lang="en-NG" dirty="0"/>
              <a:t>Articles, stories, scripts and social media posts.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Image Generation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Artwork, advertisements, product concepts and designs.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Software Development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Code generation, debugging and documentation.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Education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Personalized explanations, tutoring and learning materials.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Healthcare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Medical research, synthetic data and drug discovery.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Business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Customer support, marketing and document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Entertainment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Music, animation, games and visual effects.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6803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3F72-60BD-63C5-362E-94F88C29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Benefits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0D0D-9DB2-654E-BFD8-8EA91603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G" b="1" dirty="0"/>
              <a:t>Benefits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Increases productivity.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Automates repetitive creative tasks.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Supports creativity and innovation.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Provides personalized content.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Saves time and resources.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Assists developers, designers and researchers. </a:t>
            </a:r>
          </a:p>
          <a:p>
            <a:r>
              <a:rPr lang="en-NG" b="1" dirty="0"/>
              <a:t>Challenges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Misinformation:</a:t>
            </a:r>
            <a:r>
              <a:rPr lang="en-NG" dirty="0"/>
              <a:t> Can generate convincing but incorrect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Bias:</a:t>
            </a:r>
            <a:r>
              <a:rPr lang="en-NG" dirty="0"/>
              <a:t> Models may reproduce biases in training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Privacy:</a:t>
            </a:r>
            <a:r>
              <a:rPr lang="en-NG" dirty="0"/>
              <a:t> Training and usage can raise data-protection concerns.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Copyright:</a:t>
            </a:r>
            <a:r>
              <a:rPr lang="en-NG" dirty="0"/>
              <a:t> Questions exist around training data and generated content.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Job Displacement:</a:t>
            </a:r>
            <a:r>
              <a:rPr lang="en-NG" dirty="0"/>
              <a:t> Some tasks may become increasingly automated.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Hallucinations:</a:t>
            </a:r>
            <a:r>
              <a:rPr lang="en-NG" dirty="0"/>
              <a:t> AI can produce confident but inaccurate answers.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29877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B213-F7EB-1DD9-A513-7B98FBBC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0F02F-D75A-0A80-A787-C76F322BF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Generative AI creates </a:t>
            </a:r>
            <a:r>
              <a:rPr lang="en-NG" b="1" dirty="0"/>
              <a:t>new content from learned patterns</a:t>
            </a:r>
            <a:r>
              <a:rPr lang="en-NG" dirty="0"/>
              <a:t>. </a:t>
            </a:r>
          </a:p>
          <a:p>
            <a:pPr lvl="0"/>
            <a:r>
              <a:rPr lang="en-NG" dirty="0"/>
              <a:t>It uses technologies such as: </a:t>
            </a:r>
          </a:p>
          <a:p>
            <a:pPr lvl="1"/>
            <a:r>
              <a:rPr lang="en-NG" dirty="0"/>
              <a:t>Neural networks </a:t>
            </a:r>
          </a:p>
          <a:p>
            <a:pPr lvl="1"/>
            <a:r>
              <a:rPr lang="en-NG" dirty="0"/>
              <a:t>Transformers </a:t>
            </a:r>
          </a:p>
          <a:p>
            <a:pPr lvl="1"/>
            <a:r>
              <a:rPr lang="en-NG" dirty="0" err="1"/>
              <a:t>GANs</a:t>
            </a:r>
            <a:r>
              <a:rPr lang="en-NG" dirty="0"/>
              <a:t> </a:t>
            </a:r>
          </a:p>
          <a:p>
            <a:pPr lvl="1"/>
            <a:r>
              <a:rPr lang="en-NG" dirty="0" err="1"/>
              <a:t>VAEs</a:t>
            </a:r>
            <a:r>
              <a:rPr lang="en-NG" dirty="0"/>
              <a:t> </a:t>
            </a:r>
          </a:p>
          <a:p>
            <a:pPr lvl="1"/>
            <a:r>
              <a:rPr lang="en-NG" dirty="0"/>
              <a:t>Diffusion models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b="1" dirty="0"/>
              <a:t>Encoder-Decoder architecture</a:t>
            </a:r>
            <a:r>
              <a:rPr lang="en-NG" dirty="0"/>
              <a:t> separates input understanding from output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Generative AI is being applied across </a:t>
            </a:r>
            <a:r>
              <a:rPr lang="en-NG" b="1" dirty="0"/>
              <a:t>education, business, healthcare, software, design and entertainment</a:t>
            </a:r>
            <a:r>
              <a:rPr lang="en-NG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G" dirty="0"/>
              <a:t>Responsible use is important because AI can produce </a:t>
            </a:r>
            <a:r>
              <a:rPr lang="en-NG" b="1" dirty="0"/>
              <a:t>biased, inaccurate or misleading content</a:t>
            </a:r>
            <a:r>
              <a:rPr lang="en-NG" dirty="0"/>
              <a:t>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96341464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22</TotalTime>
  <Words>588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Neue Haas Grotesk Text Pro</vt:lpstr>
      <vt:lpstr>System Font Regular</vt:lpstr>
      <vt:lpstr>Bjorn</vt:lpstr>
      <vt:lpstr>     Understanding Generative Ai  Concepts and Applications   by  Salim Mustapha</vt:lpstr>
      <vt:lpstr>What is Generative AI?</vt:lpstr>
      <vt:lpstr>Key Concepts of Generative AI</vt:lpstr>
      <vt:lpstr>Generative AI Architectures</vt:lpstr>
      <vt:lpstr>Encoder-Decoder Architecture</vt:lpstr>
      <vt:lpstr>Applications of Generative AI</vt:lpstr>
      <vt:lpstr>Benefits and 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Mustapha Abdul</dc:creator>
  <cp:lastModifiedBy>Mustapha Abdul</cp:lastModifiedBy>
  <cp:revision>1</cp:revision>
  <dcterms:created xsi:type="dcterms:W3CDTF">2026-09-03T10:07:52Z</dcterms:created>
  <dcterms:modified xsi:type="dcterms:W3CDTF">2026-09-03T10:30:11Z</dcterms:modified>
</cp:coreProperties>
</file>